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F8B-ECCB-F9C0-702D-07DCC7C9A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082A7-3486-6F34-994E-FA070584B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30D14-FBEC-BA12-6950-B22C00DC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F921-0283-7FAA-40EC-D5ABF366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AB726-E389-6248-E52C-45139F4D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0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A08F-BD28-461D-6901-3C9155F2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46D0-90EA-93EE-AB63-B064B5A2A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34B51-1733-D62D-D72F-ED98B9A1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68371-D501-F030-4752-B608262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B0163-0143-C50C-22EE-509C47DD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6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6E3C-F776-5365-0EF4-43C4E1FC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45658-1AB2-4B8F-0F0A-E1A992D0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2F75-CCEA-50BA-0CAA-E22D2B7C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B547-BDFF-4EF7-55C5-CDAB07D1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0C0A5-E541-13BE-CE47-B363CF61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F951-4D05-9960-7023-12B9B0DA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21894-0C87-F508-CC05-6BDD876BF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5BCD9-23B7-A522-243B-9293D2549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96C08-B5B1-F882-273D-DD2D90DC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9B0DF-1183-0B8D-1930-8AE6D09D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7A943-BEAE-AC38-A8A5-9F1DD451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21A4-0E45-1F19-530C-676CD9CF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209CB-886B-C842-1D2A-454BA0432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14E8D-4755-0B5E-7357-71BFA9639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004B8-A226-A297-A8E1-CED256201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98322-B0C3-5561-1B2F-D17E157AA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A6D4F-84E9-289F-56BC-1FCFC88B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B26E1-7C07-37CE-8F84-075F0982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A992C-A717-EEBC-AA3B-E9C3796F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6B42-CA00-C94B-9BBB-DCA03AFA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D9E59-E110-2029-7F4E-04835317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5CCA8-E160-F5E4-78EC-CBBB78A5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F66E2-C37B-EDC4-41ED-4F005149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2DB9-D762-1B97-46FD-79EC8729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F5ECB-D601-58C1-9A5C-BBF270F3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CF209-F55B-3EC1-8506-30A530E9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3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C4B0-8338-B879-7DA5-BA8B4799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0117-887D-1409-6C6F-C48E63FD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00179-5137-4589-344A-A0A89FAF7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0CA75-02D9-4FB5-F696-B2EEC561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189AB-4BC4-A7AB-2396-A8C9B156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878A7-9A46-D290-CFAD-57F234D3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17D4-0E0C-29DB-B5ED-4139931B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0F67D-53FC-4F07-1A24-CC39B5769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0A7F5-F4FE-9D92-8DF6-7DA9A902D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7D99A-3BB5-E37C-A1AF-A12A9706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6B60-C3C5-B0D7-C010-F998A8E3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E679F-DCB9-6561-030F-64C8E076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5E37-F9D3-D5AA-8255-A041F056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BEAB5-5ED2-DFA4-A04A-110DB535D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5B13A-B46B-ADC8-20D5-7DBA44C9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D4A4-36FA-19D1-0C96-8F972D42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8EB5-5DA3-81FB-43F8-16E34453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0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E33A5-527E-7F96-20E2-51C2AAF23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7ECF9-0417-39F2-0719-00E277C24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E476-AD01-E09B-5081-7EB39EF3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1F054-280D-C443-3571-0C8C5F76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BD036-C022-27E5-A1DE-CC256AC7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3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322DF-05EE-F8F9-F76A-A1F99DE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B2B52-509B-6703-3F3A-336580C25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934DC-A2E7-2B60-95C0-E0FD5AEE6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CC928-3C75-4836-8F0D-5A453CA2668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AAD9B-AF9B-4EB1-CBF2-25A752183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E95C-B1A9-5E66-BF6E-1A4765AA3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D9C46-84CB-4AED-AE4B-46D870C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2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177FB7-1C01-656E-7DDF-7C76C3F7E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589" y="1347311"/>
            <a:ext cx="7881567" cy="449151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3DE1575-FDB2-7717-A467-7CFF62F3194D}"/>
              </a:ext>
            </a:extLst>
          </p:cNvPr>
          <p:cNvGrpSpPr/>
          <p:nvPr/>
        </p:nvGrpSpPr>
        <p:grpSpPr>
          <a:xfrm>
            <a:off x="3124200" y="2238375"/>
            <a:ext cx="5810250" cy="2152650"/>
            <a:chOff x="3124200" y="2238375"/>
            <a:chExt cx="5810250" cy="215265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9CDBAD3-D8CD-E2E4-8FAE-023EEA4F7AD9}"/>
                </a:ext>
              </a:extLst>
            </p:cNvPr>
            <p:cNvSpPr/>
            <p:nvPr/>
          </p:nvSpPr>
          <p:spPr>
            <a:xfrm>
              <a:off x="3124200" y="2238375"/>
              <a:ext cx="4895850" cy="2076450"/>
            </a:xfrm>
            <a:custGeom>
              <a:avLst/>
              <a:gdLst>
                <a:gd name="csX0" fmla="*/ 0 w 4895850"/>
                <a:gd name="csY0" fmla="*/ 2076450 h 2076450"/>
                <a:gd name="csX1" fmla="*/ 428625 w 4895850"/>
                <a:gd name="csY1" fmla="*/ 1533525 h 2076450"/>
                <a:gd name="csX2" fmla="*/ 762000 w 4895850"/>
                <a:gd name="csY2" fmla="*/ 1200150 h 2076450"/>
                <a:gd name="csX3" fmla="*/ 1000125 w 4895850"/>
                <a:gd name="csY3" fmla="*/ 971550 h 2076450"/>
                <a:gd name="csX4" fmla="*/ 1390650 w 4895850"/>
                <a:gd name="csY4" fmla="*/ 771525 h 2076450"/>
                <a:gd name="csX5" fmla="*/ 1647825 w 4895850"/>
                <a:gd name="csY5" fmla="*/ 723900 h 2076450"/>
                <a:gd name="csX6" fmla="*/ 2162175 w 4895850"/>
                <a:gd name="csY6" fmla="*/ 571500 h 2076450"/>
                <a:gd name="csX7" fmla="*/ 2571750 w 4895850"/>
                <a:gd name="csY7" fmla="*/ 533400 h 2076450"/>
                <a:gd name="csX8" fmla="*/ 2914650 w 4895850"/>
                <a:gd name="csY8" fmla="*/ 419100 h 2076450"/>
                <a:gd name="csX9" fmla="*/ 3314700 w 4895850"/>
                <a:gd name="csY9" fmla="*/ 400050 h 2076450"/>
                <a:gd name="csX10" fmla="*/ 3543300 w 4895850"/>
                <a:gd name="csY10" fmla="*/ 438150 h 2076450"/>
                <a:gd name="csX11" fmla="*/ 3819525 w 4895850"/>
                <a:gd name="csY11" fmla="*/ 504825 h 2076450"/>
                <a:gd name="csX12" fmla="*/ 4086225 w 4895850"/>
                <a:gd name="csY12" fmla="*/ 485775 h 2076450"/>
                <a:gd name="csX13" fmla="*/ 4419600 w 4895850"/>
                <a:gd name="csY13" fmla="*/ 304800 h 2076450"/>
                <a:gd name="csX14" fmla="*/ 4752975 w 4895850"/>
                <a:gd name="csY14" fmla="*/ 66675 h 2076450"/>
                <a:gd name="csX15" fmla="*/ 4895850 w 4895850"/>
                <a:gd name="csY15" fmla="*/ 0 h 2076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895850" h="2076450">
                  <a:moveTo>
                    <a:pt x="0" y="2076450"/>
                  </a:moveTo>
                  <a:cubicBezTo>
                    <a:pt x="150812" y="1878012"/>
                    <a:pt x="301625" y="1679575"/>
                    <a:pt x="428625" y="1533525"/>
                  </a:cubicBezTo>
                  <a:cubicBezTo>
                    <a:pt x="555625" y="1387475"/>
                    <a:pt x="666750" y="1293812"/>
                    <a:pt x="762000" y="1200150"/>
                  </a:cubicBezTo>
                  <a:cubicBezTo>
                    <a:pt x="857250" y="1106488"/>
                    <a:pt x="895350" y="1042987"/>
                    <a:pt x="1000125" y="971550"/>
                  </a:cubicBezTo>
                  <a:cubicBezTo>
                    <a:pt x="1104900" y="900113"/>
                    <a:pt x="1282700" y="812800"/>
                    <a:pt x="1390650" y="771525"/>
                  </a:cubicBezTo>
                  <a:cubicBezTo>
                    <a:pt x="1498600" y="730250"/>
                    <a:pt x="1519238" y="757237"/>
                    <a:pt x="1647825" y="723900"/>
                  </a:cubicBezTo>
                  <a:cubicBezTo>
                    <a:pt x="1776412" y="690563"/>
                    <a:pt x="2008188" y="603250"/>
                    <a:pt x="2162175" y="571500"/>
                  </a:cubicBezTo>
                  <a:cubicBezTo>
                    <a:pt x="2316162" y="539750"/>
                    <a:pt x="2446338" y="558800"/>
                    <a:pt x="2571750" y="533400"/>
                  </a:cubicBezTo>
                  <a:cubicBezTo>
                    <a:pt x="2697162" y="508000"/>
                    <a:pt x="2790825" y="441325"/>
                    <a:pt x="2914650" y="419100"/>
                  </a:cubicBezTo>
                  <a:cubicBezTo>
                    <a:pt x="3038475" y="396875"/>
                    <a:pt x="3209925" y="396875"/>
                    <a:pt x="3314700" y="400050"/>
                  </a:cubicBezTo>
                  <a:cubicBezTo>
                    <a:pt x="3419475" y="403225"/>
                    <a:pt x="3459163" y="420688"/>
                    <a:pt x="3543300" y="438150"/>
                  </a:cubicBezTo>
                  <a:cubicBezTo>
                    <a:pt x="3627437" y="455612"/>
                    <a:pt x="3729038" y="496887"/>
                    <a:pt x="3819525" y="504825"/>
                  </a:cubicBezTo>
                  <a:cubicBezTo>
                    <a:pt x="3910013" y="512762"/>
                    <a:pt x="3986213" y="519112"/>
                    <a:pt x="4086225" y="485775"/>
                  </a:cubicBezTo>
                  <a:cubicBezTo>
                    <a:pt x="4186237" y="452438"/>
                    <a:pt x="4308475" y="374650"/>
                    <a:pt x="4419600" y="304800"/>
                  </a:cubicBezTo>
                  <a:cubicBezTo>
                    <a:pt x="4530725" y="234950"/>
                    <a:pt x="4673600" y="117475"/>
                    <a:pt x="4752975" y="66675"/>
                  </a:cubicBezTo>
                  <a:cubicBezTo>
                    <a:pt x="4832350" y="15875"/>
                    <a:pt x="4881563" y="42862"/>
                    <a:pt x="4895850" y="0"/>
                  </a:cubicBezTo>
                </a:path>
              </a:pathLst>
            </a:custGeom>
            <a:ln w="444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538502-0574-9F36-4AED-7EBD04AD59B7}"/>
                </a:ext>
              </a:extLst>
            </p:cNvPr>
            <p:cNvSpPr/>
            <p:nvPr/>
          </p:nvSpPr>
          <p:spPr>
            <a:xfrm>
              <a:off x="6877050" y="2733675"/>
              <a:ext cx="2057400" cy="973836"/>
            </a:xfrm>
            <a:custGeom>
              <a:avLst/>
              <a:gdLst>
                <a:gd name="csX0" fmla="*/ 0 w 2057400"/>
                <a:gd name="csY0" fmla="*/ 0 h 973836"/>
                <a:gd name="csX1" fmla="*/ 180975 w 2057400"/>
                <a:gd name="csY1" fmla="*/ 295275 h 973836"/>
                <a:gd name="csX2" fmla="*/ 361950 w 2057400"/>
                <a:gd name="csY2" fmla="*/ 561975 h 973836"/>
                <a:gd name="csX3" fmla="*/ 466725 w 2057400"/>
                <a:gd name="csY3" fmla="*/ 733425 h 973836"/>
                <a:gd name="csX4" fmla="*/ 781050 w 2057400"/>
                <a:gd name="csY4" fmla="*/ 771525 h 973836"/>
                <a:gd name="csX5" fmla="*/ 981075 w 2057400"/>
                <a:gd name="csY5" fmla="*/ 838200 h 973836"/>
                <a:gd name="csX6" fmla="*/ 1162050 w 2057400"/>
                <a:gd name="csY6" fmla="*/ 971550 h 973836"/>
                <a:gd name="csX7" fmla="*/ 1562100 w 2057400"/>
                <a:gd name="csY7" fmla="*/ 923925 h 973836"/>
                <a:gd name="csX8" fmla="*/ 1952625 w 2057400"/>
                <a:gd name="csY8" fmla="*/ 942975 h 973836"/>
                <a:gd name="csX9" fmla="*/ 2057400 w 2057400"/>
                <a:gd name="csY9" fmla="*/ 933450 h 973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057400" h="973836">
                  <a:moveTo>
                    <a:pt x="0" y="0"/>
                  </a:moveTo>
                  <a:cubicBezTo>
                    <a:pt x="60325" y="100806"/>
                    <a:pt x="120650" y="201613"/>
                    <a:pt x="180975" y="295275"/>
                  </a:cubicBezTo>
                  <a:cubicBezTo>
                    <a:pt x="241300" y="388937"/>
                    <a:pt x="314325" y="488950"/>
                    <a:pt x="361950" y="561975"/>
                  </a:cubicBezTo>
                  <a:cubicBezTo>
                    <a:pt x="409575" y="635000"/>
                    <a:pt x="396875" y="698500"/>
                    <a:pt x="466725" y="733425"/>
                  </a:cubicBezTo>
                  <a:cubicBezTo>
                    <a:pt x="536575" y="768350"/>
                    <a:pt x="695325" y="754063"/>
                    <a:pt x="781050" y="771525"/>
                  </a:cubicBezTo>
                  <a:cubicBezTo>
                    <a:pt x="866775" y="788987"/>
                    <a:pt x="917575" y="804863"/>
                    <a:pt x="981075" y="838200"/>
                  </a:cubicBezTo>
                  <a:cubicBezTo>
                    <a:pt x="1044575" y="871537"/>
                    <a:pt x="1065213" y="957263"/>
                    <a:pt x="1162050" y="971550"/>
                  </a:cubicBezTo>
                  <a:cubicBezTo>
                    <a:pt x="1258888" y="985838"/>
                    <a:pt x="1430338" y="928687"/>
                    <a:pt x="1562100" y="923925"/>
                  </a:cubicBezTo>
                  <a:cubicBezTo>
                    <a:pt x="1693862" y="919163"/>
                    <a:pt x="1870075" y="941388"/>
                    <a:pt x="1952625" y="942975"/>
                  </a:cubicBezTo>
                  <a:cubicBezTo>
                    <a:pt x="2035175" y="944562"/>
                    <a:pt x="2057400" y="933450"/>
                    <a:pt x="2057400" y="933450"/>
                  </a:cubicBezTo>
                </a:path>
              </a:pathLst>
            </a:custGeom>
            <a:ln w="444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CDF072C-4F20-5849-3689-E5E9BADB299E}"/>
                </a:ext>
              </a:extLst>
            </p:cNvPr>
            <p:cNvSpPr/>
            <p:nvPr/>
          </p:nvSpPr>
          <p:spPr>
            <a:xfrm>
              <a:off x="7323281" y="3467100"/>
              <a:ext cx="114906" cy="923925"/>
            </a:xfrm>
            <a:custGeom>
              <a:avLst/>
              <a:gdLst>
                <a:gd name="csX0" fmla="*/ 10969 w 114906"/>
                <a:gd name="csY0" fmla="*/ 0 h 923925"/>
                <a:gd name="csX1" fmla="*/ 106219 w 114906"/>
                <a:gd name="csY1" fmla="*/ 133350 h 923925"/>
                <a:gd name="csX2" fmla="*/ 106219 w 114906"/>
                <a:gd name="csY2" fmla="*/ 342900 h 923925"/>
                <a:gd name="csX3" fmla="*/ 68119 w 114906"/>
                <a:gd name="csY3" fmla="*/ 495300 h 923925"/>
                <a:gd name="csX4" fmla="*/ 10969 w 114906"/>
                <a:gd name="csY4" fmla="*/ 742950 h 923925"/>
                <a:gd name="csX5" fmla="*/ 1444 w 114906"/>
                <a:gd name="csY5" fmla="*/ 923925 h 923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4906" h="923925">
                  <a:moveTo>
                    <a:pt x="10969" y="0"/>
                  </a:moveTo>
                  <a:cubicBezTo>
                    <a:pt x="50656" y="38100"/>
                    <a:pt x="90344" y="76200"/>
                    <a:pt x="106219" y="133350"/>
                  </a:cubicBezTo>
                  <a:cubicBezTo>
                    <a:pt x="122094" y="190500"/>
                    <a:pt x="112569" y="282575"/>
                    <a:pt x="106219" y="342900"/>
                  </a:cubicBezTo>
                  <a:cubicBezTo>
                    <a:pt x="99869" y="403225"/>
                    <a:pt x="83994" y="428625"/>
                    <a:pt x="68119" y="495300"/>
                  </a:cubicBezTo>
                  <a:cubicBezTo>
                    <a:pt x="52244" y="561975"/>
                    <a:pt x="22082" y="671512"/>
                    <a:pt x="10969" y="742950"/>
                  </a:cubicBezTo>
                  <a:cubicBezTo>
                    <a:pt x="-144" y="814388"/>
                    <a:pt x="-1731" y="869950"/>
                    <a:pt x="1444" y="923925"/>
                  </a:cubicBezTo>
                </a:path>
              </a:pathLst>
            </a:custGeom>
            <a:ln w="444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839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Simonitch</dc:creator>
  <cp:lastModifiedBy>Andy Simonitch</cp:lastModifiedBy>
  <cp:revision>1</cp:revision>
  <dcterms:created xsi:type="dcterms:W3CDTF">2026-04-05T15:10:44Z</dcterms:created>
  <dcterms:modified xsi:type="dcterms:W3CDTF">2026-04-05T17:21:09Z</dcterms:modified>
</cp:coreProperties>
</file>